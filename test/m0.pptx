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1 未轉換（預期：見到全形數字／字母，銀行嘅行係 hang4）</a:t>
            </a:r>
          </a:p>
          <a:p>
            <a:r>
              <a:rPr sz="3600">
                <a:latin typeface="WingM0v2"/>
                <a:ea typeface="WingM0v2"/>
                <a:cs typeface="WingM0v2"/>
              </a:rPr>
              <a:t>行２ 行０ｚａａ１ 銀行</a:t>
            </a:r>
          </a:p>
          <a:p>
            <a:r>
              <a:rPr sz="1200"/>
              <a:t>2 讀音（預期：hong4、haang4）　← 行２ 行３</a:t>
            </a:r>
          </a:p>
          <a:p>
            <a:r>
              <a:rPr sz="3600">
                <a:latin typeface="WingM0v2"/>
                <a:ea typeface="WingM0v2"/>
                <a:cs typeface="WingM0v2"/>
              </a:rPr>
              <a:t>行󠄀 行󠄁</a:t>
            </a:r>
          </a:p>
          <a:p>
            <a:r>
              <a:rPr sz="1200"/>
              <a:t>3 按詞選音（預期：ngan4 hong4；haang4 lou6）　← 我去銀行攞錢，行路返屋企</a:t>
            </a:r>
          </a:p>
          <a:p>
            <a:r>
              <a:rPr sz="3600">
                <a:latin typeface="WingM0v2"/>
                <a:ea typeface="WingM0v2"/>
                <a:cs typeface="WingM0v2"/>
              </a:rPr>
              <a:t>我去銀行󠄀攞錢，行󠄁路返屋企󠄀</a:t>
            </a:r>
          </a:p>
          <a:p>
            <a:r>
              <a:rPr sz="1200"/>
              <a:t>4 裸字（預期：行、斷 冇注音）　← 行０ 斷０</a:t>
            </a:r>
          </a:p>
          <a:p>
            <a:r>
              <a:rPr sz="3600">
                <a:latin typeface="WingM0v2"/>
                <a:ea typeface="WingM0v2"/>
                <a:cs typeface="WingM0v2"/>
              </a:rPr>
              <a:t>行󠇯 斷󠇯</a:t>
            </a:r>
          </a:p>
          <a:p>
            <a:r>
              <a:rPr sz="1200"/>
              <a:t>5 自訂注音（預期：行 zaa1、大 coeng4、長 a1）　← 行０ｚａａ１ 大０ｃｏｅｎｇ４ 長０ａ１</a:t>
            </a:r>
          </a:p>
          <a:p>
            <a:r>
              <a:rPr sz="3600">
                <a:latin typeface="WingM0v2"/>
                <a:ea typeface="WingM0v2"/>
                <a:cs typeface="WingM0v2"/>
              </a:rPr>
              <a:t>行󠇯󠅡 大󠇯󠇪 長󠇯</a:t>
            </a:r>
          </a:p>
          <a:p>
            <a:r>
              <a:rPr sz="1200"/>
              <a:t>6 詞內覆寫（預期：斷 = dyun3 之類嘅第 2 讀音，冇數字）　← 一刀兩斷２</a:t>
            </a:r>
          </a:p>
          <a:p>
            <a:r>
              <a:rPr sz="3600">
                <a:latin typeface="WingM0v2"/>
                <a:ea typeface="WingM0v2"/>
                <a:cs typeface="WingM0v2"/>
              </a:rPr>
              <a:t>一刀兩斷󠄀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